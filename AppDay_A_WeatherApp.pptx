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85" r:id="rId4"/>
    <p:sldId id="282" r:id="rId5"/>
    <p:sldId id="284" r:id="rId6"/>
    <p:sldId id="286" r:id="rId7"/>
    <p:sldId id="283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71" autoAdjust="0"/>
  </p:normalViewPr>
  <p:slideViewPr>
    <p:cSldViewPr>
      <p:cViewPr varScale="1">
        <p:scale>
          <a:sx n="127" d="100"/>
          <a:sy n="127" d="100"/>
        </p:scale>
        <p:origin x="1578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Hartley" userId="f9a9e95579b5c8ee" providerId="LiveId" clId="{3AA9466B-AE8D-4C5D-ABDC-E4A4A3D3A82F}"/>
    <pc:docChg chg="addSld modSld">
      <pc:chgData name="Tom Hartley" userId="f9a9e95579b5c8ee" providerId="LiveId" clId="{3AA9466B-AE8D-4C5D-ABDC-E4A4A3D3A82F}" dt="2025-02-14T17:18:24.257" v="31" actId="20577"/>
      <pc:docMkLst>
        <pc:docMk/>
      </pc:docMkLst>
      <pc:sldChg chg="modSp new mod modNotesTx">
        <pc:chgData name="Tom Hartley" userId="f9a9e95579b5c8ee" providerId="LiveId" clId="{3AA9466B-AE8D-4C5D-ABDC-E4A4A3D3A82F}" dt="2025-02-14T17:18:24.257" v="31" actId="20577"/>
        <pc:sldMkLst>
          <pc:docMk/>
          <pc:sldMk cId="3214827536" sldId="286"/>
        </pc:sldMkLst>
        <pc:spChg chg="mod">
          <ac:chgData name="Tom Hartley" userId="f9a9e95579b5c8ee" providerId="LiveId" clId="{3AA9466B-AE8D-4C5D-ABDC-E4A4A3D3A82F}" dt="2025-02-14T17:18:24.257" v="31" actId="20577"/>
          <ac:spMkLst>
            <pc:docMk/>
            <pc:sldMk cId="3214827536" sldId="286"/>
            <ac:spMk id="2" creationId="{B698BAF0-CD6B-A718-1808-3EBA643CC889}"/>
          </ac:spMkLst>
        </pc:spChg>
        <pc:spChg chg="mod">
          <ac:chgData name="Tom Hartley" userId="f9a9e95579b5c8ee" providerId="LiveId" clId="{3AA9466B-AE8D-4C5D-ABDC-E4A4A3D3A82F}" dt="2025-02-14T17:18:19.346" v="14" actId="20577"/>
          <ac:spMkLst>
            <pc:docMk/>
            <pc:sldMk cId="3214827536" sldId="286"/>
            <ac:spMk id="3" creationId="{2A1392E6-7547-EF05-4609-90232817CB97}"/>
          </ac:spMkLst>
        </pc:spChg>
      </pc:sldChg>
    </pc:docChg>
  </pc:docChgLst>
  <pc:docChgLst>
    <pc:chgData name="Tom Hartley" userId="f9a9e95579b5c8ee" providerId="LiveId" clId="{36CF2C75-6F9A-41A2-B774-FB71F9065573}"/>
    <pc:docChg chg="undo custSel modSld">
      <pc:chgData name="Tom Hartley" userId="f9a9e95579b5c8ee" providerId="LiveId" clId="{36CF2C75-6F9A-41A2-B774-FB71F9065573}" dt="2022-01-14T20:51:43.304" v="45" actId="478"/>
      <pc:docMkLst>
        <pc:docMk/>
      </pc:docMkLst>
      <pc:sldChg chg="modSp mod">
        <pc:chgData name="Tom Hartley" userId="f9a9e95579b5c8ee" providerId="LiveId" clId="{36CF2C75-6F9A-41A2-B774-FB71F9065573}" dt="2022-01-14T20:50:21.984" v="15" actId="20577"/>
        <pc:sldMkLst>
          <pc:docMk/>
          <pc:sldMk cId="422500763" sldId="264"/>
        </pc:sldMkLst>
      </pc:sldChg>
      <pc:sldChg chg="delSp modSp mod">
        <pc:chgData name="Tom Hartley" userId="f9a9e95579b5c8ee" providerId="LiveId" clId="{36CF2C75-6F9A-41A2-B774-FB71F9065573}" dt="2022-01-14T20:51:43.304" v="45" actId="478"/>
        <pc:sldMkLst>
          <pc:docMk/>
          <pc:sldMk cId="4239359983" sldId="269"/>
        </pc:sldMkLst>
      </pc:sldChg>
      <pc:sldChg chg="modSp mod">
        <pc:chgData name="Tom Hartley" userId="f9a9e95579b5c8ee" providerId="LiveId" clId="{36CF2C75-6F9A-41A2-B774-FB71F9065573}" dt="2022-01-14T20:49:46.371" v="0" actId="403"/>
        <pc:sldMkLst>
          <pc:docMk/>
          <pc:sldMk cId="2945014808" sldId="282"/>
        </pc:sldMkLst>
      </pc:sldChg>
    </pc:docChg>
  </pc:docChgLst>
  <pc:docChgLst>
    <pc:chgData name="Tom Hartley" userId="f9a9e95579b5c8ee" providerId="LiveId" clId="{535BA5A9-A0A2-4C3C-8230-B7C5C9DD0BE4}"/>
    <pc:docChg chg="custSel addSld delSld modSld sldOrd">
      <pc:chgData name="Tom Hartley" userId="f9a9e95579b5c8ee" providerId="LiveId" clId="{535BA5A9-A0A2-4C3C-8230-B7C5C9DD0BE4}" dt="2020-07-22T16:53:14.891" v="177" actId="114"/>
      <pc:docMkLst>
        <pc:docMk/>
      </pc:docMkLst>
      <pc:sldChg chg="modSp">
        <pc:chgData name="Tom Hartley" userId="f9a9e95579b5c8ee" providerId="LiveId" clId="{535BA5A9-A0A2-4C3C-8230-B7C5C9DD0BE4}" dt="2020-07-22T16:42:05.744" v="0"/>
        <pc:sldMkLst>
          <pc:docMk/>
          <pc:sldMk cId="367599832" sldId="256"/>
        </pc:sldMkLst>
      </pc:sldChg>
      <pc:sldChg chg="del">
        <pc:chgData name="Tom Hartley" userId="f9a9e95579b5c8ee" providerId="LiveId" clId="{535BA5A9-A0A2-4C3C-8230-B7C5C9DD0BE4}" dt="2020-07-22T16:46:49.063" v="117" actId="2696"/>
        <pc:sldMkLst>
          <pc:docMk/>
          <pc:sldMk cId="710892513" sldId="258"/>
        </pc:sldMkLst>
      </pc:sldChg>
      <pc:sldChg chg="modSp">
        <pc:chgData name="Tom Hartley" userId="f9a9e95579b5c8ee" providerId="LiveId" clId="{535BA5A9-A0A2-4C3C-8230-B7C5C9DD0BE4}" dt="2020-07-22T16:45:47.870" v="116" actId="113"/>
        <pc:sldMkLst>
          <pc:docMk/>
          <pc:sldMk cId="364822969" sldId="259"/>
        </pc:sldMkLst>
      </pc:sldChg>
      <pc:sldChg chg="del">
        <pc:chgData name="Tom Hartley" userId="f9a9e95579b5c8ee" providerId="LiveId" clId="{535BA5A9-A0A2-4C3C-8230-B7C5C9DD0BE4}" dt="2020-07-22T16:46:49.065" v="118" actId="2696"/>
        <pc:sldMkLst>
          <pc:docMk/>
          <pc:sldMk cId="2259120577" sldId="260"/>
        </pc:sldMkLst>
      </pc:sldChg>
      <pc:sldChg chg="del">
        <pc:chgData name="Tom Hartley" userId="f9a9e95579b5c8ee" providerId="LiveId" clId="{535BA5A9-A0A2-4C3C-8230-B7C5C9DD0BE4}" dt="2020-07-22T16:46:49.066" v="119" actId="2696"/>
        <pc:sldMkLst>
          <pc:docMk/>
          <pc:sldMk cId="2636168241" sldId="261"/>
        </pc:sldMkLst>
      </pc:sldChg>
      <pc:sldChg chg="del">
        <pc:chgData name="Tom Hartley" userId="f9a9e95579b5c8ee" providerId="LiveId" clId="{535BA5A9-A0A2-4C3C-8230-B7C5C9DD0BE4}" dt="2020-07-22T16:46:49.068" v="121" actId="2696"/>
        <pc:sldMkLst>
          <pc:docMk/>
          <pc:sldMk cId="2490684879" sldId="262"/>
        </pc:sldMkLst>
      </pc:sldChg>
      <pc:sldChg chg="del">
        <pc:chgData name="Tom Hartley" userId="f9a9e95579b5c8ee" providerId="LiveId" clId="{535BA5A9-A0A2-4C3C-8230-B7C5C9DD0BE4}" dt="2020-07-22T16:46:49.069" v="122" actId="2696"/>
        <pc:sldMkLst>
          <pc:docMk/>
          <pc:sldMk cId="2225273260" sldId="263"/>
        </pc:sldMkLst>
      </pc:sldChg>
      <pc:sldChg chg="ord">
        <pc:chgData name="Tom Hartley" userId="f9a9e95579b5c8ee" providerId="LiveId" clId="{535BA5A9-A0A2-4C3C-8230-B7C5C9DD0BE4}" dt="2020-07-22T16:47:29.793" v="126"/>
        <pc:sldMkLst>
          <pc:docMk/>
          <pc:sldMk cId="422500763" sldId="264"/>
        </pc:sldMkLst>
      </pc:sldChg>
      <pc:sldChg chg="del">
        <pc:chgData name="Tom Hartley" userId="f9a9e95579b5c8ee" providerId="LiveId" clId="{535BA5A9-A0A2-4C3C-8230-B7C5C9DD0BE4}" dt="2020-07-22T16:46:49.067" v="120" actId="2696"/>
        <pc:sldMkLst>
          <pc:docMk/>
          <pc:sldMk cId="2366175694" sldId="265"/>
        </pc:sldMkLst>
      </pc:sldChg>
      <pc:sldChg chg="del">
        <pc:chgData name="Tom Hartley" userId="f9a9e95579b5c8ee" providerId="LiveId" clId="{535BA5A9-A0A2-4C3C-8230-B7C5C9DD0BE4}" dt="2020-07-22T16:46:49.070" v="123" actId="2696"/>
        <pc:sldMkLst>
          <pc:docMk/>
          <pc:sldMk cId="3462699212" sldId="266"/>
        </pc:sldMkLst>
      </pc:sldChg>
      <pc:sldChg chg="ord">
        <pc:chgData name="Tom Hartley" userId="f9a9e95579b5c8ee" providerId="LiveId" clId="{535BA5A9-A0A2-4C3C-8230-B7C5C9DD0BE4}" dt="2020-07-22T16:47:23.515" v="125"/>
        <pc:sldMkLst>
          <pc:docMk/>
          <pc:sldMk cId="2322623896" sldId="267"/>
        </pc:sldMkLst>
      </pc:sldChg>
      <pc:sldChg chg="ord">
        <pc:chgData name="Tom Hartley" userId="f9a9e95579b5c8ee" providerId="LiveId" clId="{535BA5A9-A0A2-4C3C-8230-B7C5C9DD0BE4}" dt="2020-07-22T16:46:53.018" v="124"/>
        <pc:sldMkLst>
          <pc:docMk/>
          <pc:sldMk cId="889026999" sldId="268"/>
        </pc:sldMkLst>
      </pc:sldChg>
      <pc:sldChg chg="ord">
        <pc:chgData name="Tom Hartley" userId="f9a9e95579b5c8ee" providerId="LiveId" clId="{535BA5A9-A0A2-4C3C-8230-B7C5C9DD0BE4}" dt="2020-07-22T16:47:42.878" v="127"/>
        <pc:sldMkLst>
          <pc:docMk/>
          <pc:sldMk cId="4239359983" sldId="269"/>
        </pc:sldMkLst>
      </pc:sldChg>
      <pc:sldChg chg="ord">
        <pc:chgData name="Tom Hartley" userId="f9a9e95579b5c8ee" providerId="LiveId" clId="{535BA5A9-A0A2-4C3C-8230-B7C5C9DD0BE4}" dt="2020-07-22T16:47:51.819" v="128"/>
        <pc:sldMkLst>
          <pc:docMk/>
          <pc:sldMk cId="3489213683" sldId="270"/>
        </pc:sldMkLst>
      </pc:sldChg>
      <pc:sldChg chg="ord">
        <pc:chgData name="Tom Hartley" userId="f9a9e95579b5c8ee" providerId="LiveId" clId="{535BA5A9-A0A2-4C3C-8230-B7C5C9DD0BE4}" dt="2020-07-22T16:47:57.129" v="129"/>
        <pc:sldMkLst>
          <pc:docMk/>
          <pc:sldMk cId="626791494" sldId="271"/>
        </pc:sldMkLst>
      </pc:sldChg>
      <pc:sldChg chg="ord">
        <pc:chgData name="Tom Hartley" userId="f9a9e95579b5c8ee" providerId="LiveId" clId="{535BA5A9-A0A2-4C3C-8230-B7C5C9DD0BE4}" dt="2020-07-22T16:47:59.087" v="130"/>
        <pc:sldMkLst>
          <pc:docMk/>
          <pc:sldMk cId="1425735540" sldId="272"/>
        </pc:sldMkLst>
      </pc:sldChg>
      <pc:sldChg chg="ord">
        <pc:chgData name="Tom Hartley" userId="f9a9e95579b5c8ee" providerId="LiveId" clId="{535BA5A9-A0A2-4C3C-8230-B7C5C9DD0BE4}" dt="2020-07-22T16:48:02.732" v="131"/>
        <pc:sldMkLst>
          <pc:docMk/>
          <pc:sldMk cId="387113438" sldId="273"/>
        </pc:sldMkLst>
      </pc:sldChg>
      <pc:sldChg chg="del">
        <pc:chgData name="Tom Hartley" userId="f9a9e95579b5c8ee" providerId="LiveId" clId="{535BA5A9-A0A2-4C3C-8230-B7C5C9DD0BE4}" dt="2020-07-22T16:48:24.100" v="134" actId="2696"/>
        <pc:sldMkLst>
          <pc:docMk/>
          <pc:sldMk cId="872828604" sldId="274"/>
        </pc:sldMkLst>
      </pc:sldChg>
      <pc:sldChg chg="del">
        <pc:chgData name="Tom Hartley" userId="f9a9e95579b5c8ee" providerId="LiveId" clId="{535BA5A9-A0A2-4C3C-8230-B7C5C9DD0BE4}" dt="2020-07-22T16:48:24.110" v="135" actId="2696"/>
        <pc:sldMkLst>
          <pc:docMk/>
          <pc:sldMk cId="2726847600" sldId="275"/>
        </pc:sldMkLst>
      </pc:sldChg>
      <pc:sldChg chg="del">
        <pc:chgData name="Tom Hartley" userId="f9a9e95579b5c8ee" providerId="LiveId" clId="{535BA5A9-A0A2-4C3C-8230-B7C5C9DD0BE4}" dt="2020-07-22T16:48:24.116" v="136" actId="2696"/>
        <pc:sldMkLst>
          <pc:docMk/>
          <pc:sldMk cId="2211700063" sldId="276"/>
        </pc:sldMkLst>
      </pc:sldChg>
      <pc:sldChg chg="ord">
        <pc:chgData name="Tom Hartley" userId="f9a9e95579b5c8ee" providerId="LiveId" clId="{535BA5A9-A0A2-4C3C-8230-B7C5C9DD0BE4}" dt="2020-07-22T16:48:18.403" v="132"/>
        <pc:sldMkLst>
          <pc:docMk/>
          <pc:sldMk cId="132384767" sldId="277"/>
        </pc:sldMkLst>
      </pc:sldChg>
      <pc:sldChg chg="del">
        <pc:chgData name="Tom Hartley" userId="f9a9e95579b5c8ee" providerId="LiveId" clId="{535BA5A9-A0A2-4C3C-8230-B7C5C9DD0BE4}" dt="2020-07-22T16:48:36.493" v="138" actId="2696"/>
        <pc:sldMkLst>
          <pc:docMk/>
          <pc:sldMk cId="2709572138" sldId="278"/>
        </pc:sldMkLst>
      </pc:sldChg>
      <pc:sldChg chg="ord">
        <pc:chgData name="Tom Hartley" userId="f9a9e95579b5c8ee" providerId="LiveId" clId="{535BA5A9-A0A2-4C3C-8230-B7C5C9DD0BE4}" dt="2020-07-22T16:48:39.722" v="139"/>
        <pc:sldMkLst>
          <pc:docMk/>
          <pc:sldMk cId="2885689492" sldId="279"/>
        </pc:sldMkLst>
      </pc:sldChg>
      <pc:sldChg chg="ord">
        <pc:chgData name="Tom Hartley" userId="f9a9e95579b5c8ee" providerId="LiveId" clId="{535BA5A9-A0A2-4C3C-8230-B7C5C9DD0BE4}" dt="2020-07-22T16:48:42.028" v="140"/>
        <pc:sldMkLst>
          <pc:docMk/>
          <pc:sldMk cId="2371103539" sldId="280"/>
        </pc:sldMkLst>
      </pc:sldChg>
      <pc:sldChg chg="ord">
        <pc:chgData name="Tom Hartley" userId="f9a9e95579b5c8ee" providerId="LiveId" clId="{535BA5A9-A0A2-4C3C-8230-B7C5C9DD0BE4}" dt="2020-07-22T16:48:43.469" v="141"/>
        <pc:sldMkLst>
          <pc:docMk/>
          <pc:sldMk cId="15649026" sldId="281"/>
        </pc:sldMkLst>
      </pc:sldChg>
      <pc:sldChg chg="modSp add">
        <pc:chgData name="Tom Hartley" userId="f9a9e95579b5c8ee" providerId="LiveId" clId="{535BA5A9-A0A2-4C3C-8230-B7C5C9DD0BE4}" dt="2020-07-22T16:43:08.745" v="10"/>
        <pc:sldMkLst>
          <pc:docMk/>
          <pc:sldMk cId="2945014808" sldId="282"/>
        </pc:sldMkLst>
      </pc:sldChg>
      <pc:sldChg chg="addSp modSp add">
        <pc:chgData name="Tom Hartley" userId="f9a9e95579b5c8ee" providerId="LiveId" clId="{535BA5A9-A0A2-4C3C-8230-B7C5C9DD0BE4}" dt="2020-07-22T16:51:38.283" v="154" actId="1076"/>
        <pc:sldMkLst>
          <pc:docMk/>
          <pc:sldMk cId="1061796157" sldId="283"/>
        </pc:sldMkLst>
      </pc:sldChg>
      <pc:sldChg chg="add del">
        <pc:chgData name="Tom Hartley" userId="f9a9e95579b5c8ee" providerId="LiveId" clId="{535BA5A9-A0A2-4C3C-8230-B7C5C9DD0BE4}" dt="2020-07-22T16:48:24.095" v="133" actId="2696"/>
        <pc:sldMkLst>
          <pc:docMk/>
          <pc:sldMk cId="1885528313" sldId="283"/>
        </pc:sldMkLst>
      </pc:sldChg>
      <pc:sldChg chg="add del">
        <pc:chgData name="Tom Hartley" userId="f9a9e95579b5c8ee" providerId="LiveId" clId="{535BA5A9-A0A2-4C3C-8230-B7C5C9DD0BE4}" dt="2020-07-22T16:48:45.469" v="142" actId="2696"/>
        <pc:sldMkLst>
          <pc:docMk/>
          <pc:sldMk cId="2776098654" sldId="283"/>
        </pc:sldMkLst>
      </pc:sldChg>
      <pc:sldChg chg="modSp add">
        <pc:chgData name="Tom Hartley" userId="f9a9e95579b5c8ee" providerId="LiveId" clId="{535BA5A9-A0A2-4C3C-8230-B7C5C9DD0BE4}" dt="2020-07-22T16:53:14.891" v="177" actId="114"/>
        <pc:sldMkLst>
          <pc:docMk/>
          <pc:sldMk cId="2226777042" sldId="284"/>
        </pc:sldMkLst>
      </pc:sldChg>
    </pc:docChg>
  </pc:docChgLst>
  <pc:docChgLst>
    <pc:chgData name="Tom Hartley" userId="f9a9e95579b5c8ee" providerId="LiveId" clId="{559C2DF3-ACF5-491F-9CBA-AE0BA84F75DE}"/>
    <pc:docChg chg="undo redo custSel addSld delSld modSld sldOrd modMainMaster">
      <pc:chgData name="Tom Hartley" userId="f9a9e95579b5c8ee" providerId="LiveId" clId="{559C2DF3-ACF5-491F-9CBA-AE0BA84F75DE}" dt="2020-06-18T11:07:04.638" v="3618" actId="20577"/>
      <pc:docMkLst>
        <pc:docMk/>
      </pc:docMkLst>
      <pc:sldChg chg="modSp">
        <pc:chgData name="Tom Hartley" userId="f9a9e95579b5c8ee" providerId="LiveId" clId="{559C2DF3-ACF5-491F-9CBA-AE0BA84F75DE}" dt="2020-06-11T14:56:03.622" v="7" actId="1076"/>
        <pc:sldMkLst>
          <pc:docMk/>
          <pc:sldMk cId="367599832" sldId="256"/>
        </pc:sldMkLst>
      </pc:sldChg>
      <pc:sldChg chg="modSp">
        <pc:chgData name="Tom Hartley" userId="f9a9e95579b5c8ee" providerId="LiveId" clId="{559C2DF3-ACF5-491F-9CBA-AE0BA84F75DE}" dt="2020-06-11T15:23:16.552" v="88" actId="20577"/>
        <pc:sldMkLst>
          <pc:docMk/>
          <pc:sldMk cId="710892513" sldId="258"/>
        </pc:sldMkLst>
      </pc:sldChg>
      <pc:sldChg chg="addSp modSp add ord modAnim">
        <pc:chgData name="Tom Hartley" userId="f9a9e95579b5c8ee" providerId="LiveId" clId="{559C2DF3-ACF5-491F-9CBA-AE0BA84F75DE}" dt="2020-06-18T10:03:00.167" v="2580" actId="114"/>
        <pc:sldMkLst>
          <pc:docMk/>
          <pc:sldMk cId="364822969" sldId="259"/>
        </pc:sldMkLst>
      </pc:sldChg>
      <pc:sldChg chg="modSp add">
        <pc:chgData name="Tom Hartley" userId="f9a9e95579b5c8ee" providerId="LiveId" clId="{559C2DF3-ACF5-491F-9CBA-AE0BA84F75DE}" dt="2020-06-18T09:22:18.627" v="2408" actId="113"/>
        <pc:sldMkLst>
          <pc:docMk/>
          <pc:sldMk cId="2259120577" sldId="260"/>
        </pc:sldMkLst>
      </pc:sldChg>
      <pc:sldChg chg="del">
        <pc:chgData name="Tom Hartley" userId="f9a9e95579b5c8ee" providerId="LiveId" clId="{559C2DF3-ACF5-491F-9CBA-AE0BA84F75DE}" dt="2020-06-11T15:21:54.312" v="55" actId="2696"/>
        <pc:sldMkLst>
          <pc:docMk/>
          <pc:sldMk cId="2438210412" sldId="260"/>
        </pc:sldMkLst>
      </pc:sldChg>
      <pc:sldChg chg="modSp add modNotesTx">
        <pc:chgData name="Tom Hartley" userId="f9a9e95579b5c8ee" providerId="LiveId" clId="{559C2DF3-ACF5-491F-9CBA-AE0BA84F75DE}" dt="2020-06-18T10:05:17.123" v="2581" actId="113"/>
        <pc:sldMkLst>
          <pc:docMk/>
          <pc:sldMk cId="2636168241" sldId="261"/>
        </pc:sldMkLst>
      </pc:sldChg>
      <pc:sldChg chg="del">
        <pc:chgData name="Tom Hartley" userId="f9a9e95579b5c8ee" providerId="LiveId" clId="{559C2DF3-ACF5-491F-9CBA-AE0BA84F75DE}" dt="2020-06-11T15:21:54.211" v="39" actId="2696"/>
        <pc:sldMkLst>
          <pc:docMk/>
          <pc:sldMk cId="3710723712" sldId="261"/>
        </pc:sldMkLst>
      </pc:sldChg>
      <pc:sldChg chg="modSp del">
        <pc:chgData name="Tom Hartley" userId="f9a9e95579b5c8ee" providerId="LiveId" clId="{559C2DF3-ACF5-491F-9CBA-AE0BA84F75DE}" dt="2020-06-11T15:21:54.220" v="40" actId="2696"/>
        <pc:sldMkLst>
          <pc:docMk/>
          <pc:sldMk cId="2297487604" sldId="262"/>
        </pc:sldMkLst>
      </pc:sldChg>
      <pc:sldChg chg="addSp delSp modSp add">
        <pc:chgData name="Tom Hartley" userId="f9a9e95579b5c8ee" providerId="LiveId" clId="{559C2DF3-ACF5-491F-9CBA-AE0BA84F75DE}" dt="2020-06-18T09:57:07.052" v="2561"/>
        <pc:sldMkLst>
          <pc:docMk/>
          <pc:sldMk cId="2490684879" sldId="262"/>
        </pc:sldMkLst>
      </pc:sldChg>
      <pc:sldChg chg="modSp del">
        <pc:chgData name="Tom Hartley" userId="f9a9e95579b5c8ee" providerId="LiveId" clId="{559C2DF3-ACF5-491F-9CBA-AE0BA84F75DE}" dt="2020-06-11T15:21:54.229" v="41" actId="2696"/>
        <pc:sldMkLst>
          <pc:docMk/>
          <pc:sldMk cId="2136258892" sldId="263"/>
        </pc:sldMkLst>
      </pc:sldChg>
      <pc:sldChg chg="addSp modSp add">
        <pc:chgData name="Tom Hartley" userId="f9a9e95579b5c8ee" providerId="LiveId" clId="{559C2DF3-ACF5-491F-9CBA-AE0BA84F75DE}" dt="2020-06-18T09:30:05.558" v="2516" actId="20577"/>
        <pc:sldMkLst>
          <pc:docMk/>
          <pc:sldMk cId="2225273260" sldId="263"/>
        </pc:sldMkLst>
      </pc:sldChg>
      <pc:sldChg chg="modSp del">
        <pc:chgData name="Tom Hartley" userId="f9a9e95579b5c8ee" providerId="LiveId" clId="{559C2DF3-ACF5-491F-9CBA-AE0BA84F75DE}" dt="2020-06-11T15:21:54.236" v="42" actId="2696"/>
        <pc:sldMkLst>
          <pc:docMk/>
          <pc:sldMk cId="124535721" sldId="264"/>
        </pc:sldMkLst>
      </pc:sldChg>
      <pc:sldChg chg="addSp delSp modSp add">
        <pc:chgData name="Tom Hartley" userId="f9a9e95579b5c8ee" providerId="LiveId" clId="{559C2DF3-ACF5-491F-9CBA-AE0BA84F75DE}" dt="2020-06-18T10:26:12.105" v="2766" actId="1076"/>
        <pc:sldMkLst>
          <pc:docMk/>
          <pc:sldMk cId="422500763" sldId="264"/>
        </pc:sldMkLst>
      </pc:sldChg>
      <pc:sldChg chg="addSp delSp modSp add modNotesTx">
        <pc:chgData name="Tom Hartley" userId="f9a9e95579b5c8ee" providerId="LiveId" clId="{559C2DF3-ACF5-491F-9CBA-AE0BA84F75DE}" dt="2020-06-18T09:27:22.640" v="2511" actId="14100"/>
        <pc:sldMkLst>
          <pc:docMk/>
          <pc:sldMk cId="2366175694" sldId="265"/>
        </pc:sldMkLst>
      </pc:sldChg>
      <pc:sldChg chg="modSp add">
        <pc:chgData name="Tom Hartley" userId="f9a9e95579b5c8ee" providerId="LiveId" clId="{559C2DF3-ACF5-491F-9CBA-AE0BA84F75DE}" dt="2020-06-18T10:14:57.477" v="2615" actId="20577"/>
        <pc:sldMkLst>
          <pc:docMk/>
          <pc:sldMk cId="3462699212" sldId="266"/>
        </pc:sldMkLst>
      </pc:sldChg>
      <pc:sldChg chg="modSp del">
        <pc:chgData name="Tom Hartley" userId="f9a9e95579b5c8ee" providerId="LiveId" clId="{559C2DF3-ACF5-491F-9CBA-AE0BA84F75DE}" dt="2020-06-11T14:58:28.694" v="32" actId="2696"/>
        <pc:sldMkLst>
          <pc:docMk/>
          <pc:sldMk cId="3982273641" sldId="266"/>
        </pc:sldMkLst>
      </pc:sldChg>
      <pc:sldChg chg="modSp del">
        <pc:chgData name="Tom Hartley" userId="f9a9e95579b5c8ee" providerId="LiveId" clId="{559C2DF3-ACF5-491F-9CBA-AE0BA84F75DE}" dt="2020-06-11T15:21:54.267" v="47" actId="2696"/>
        <pc:sldMkLst>
          <pc:docMk/>
          <pc:sldMk cId="2263854389" sldId="267"/>
        </pc:sldMkLst>
      </pc:sldChg>
      <pc:sldChg chg="modSp add">
        <pc:chgData name="Tom Hartley" userId="f9a9e95579b5c8ee" providerId="LiveId" clId="{559C2DF3-ACF5-491F-9CBA-AE0BA84F75DE}" dt="2020-06-18T10:19:41.771" v="2622" actId="20577"/>
        <pc:sldMkLst>
          <pc:docMk/>
          <pc:sldMk cId="2322623896" sldId="267"/>
        </pc:sldMkLst>
      </pc:sldChg>
      <pc:sldChg chg="addSp modSp add ord">
        <pc:chgData name="Tom Hartley" userId="f9a9e95579b5c8ee" providerId="LiveId" clId="{559C2DF3-ACF5-491F-9CBA-AE0BA84F75DE}" dt="2020-06-18T10:47:03.640" v="3161" actId="20577"/>
        <pc:sldMkLst>
          <pc:docMk/>
          <pc:sldMk cId="889026999" sldId="268"/>
        </pc:sldMkLst>
      </pc:sldChg>
      <pc:sldChg chg="modSp del">
        <pc:chgData name="Tom Hartley" userId="f9a9e95579b5c8ee" providerId="LiveId" clId="{559C2DF3-ACF5-491F-9CBA-AE0BA84F75DE}" dt="2020-06-11T15:21:54.296" v="51" actId="2696"/>
        <pc:sldMkLst>
          <pc:docMk/>
          <pc:sldMk cId="3404169050" sldId="268"/>
        </pc:sldMkLst>
      </pc:sldChg>
      <pc:sldChg chg="del">
        <pc:chgData name="Tom Hartley" userId="f9a9e95579b5c8ee" providerId="LiveId" clId="{559C2DF3-ACF5-491F-9CBA-AE0BA84F75DE}" dt="2020-06-11T15:21:54.263" v="46" actId="2696"/>
        <pc:sldMkLst>
          <pc:docMk/>
          <pc:sldMk cId="1747720130" sldId="269"/>
        </pc:sldMkLst>
      </pc:sldChg>
      <pc:sldChg chg="addSp modSp add">
        <pc:chgData name="Tom Hartley" userId="f9a9e95579b5c8ee" providerId="LiveId" clId="{559C2DF3-ACF5-491F-9CBA-AE0BA84F75DE}" dt="2020-06-18T10:30:22.445" v="2788" actId="1076"/>
        <pc:sldMkLst>
          <pc:docMk/>
          <pc:sldMk cId="4239359983" sldId="269"/>
        </pc:sldMkLst>
      </pc:sldChg>
      <pc:sldChg chg="modSp add">
        <pc:chgData name="Tom Hartley" userId="f9a9e95579b5c8ee" providerId="LiveId" clId="{559C2DF3-ACF5-491F-9CBA-AE0BA84F75DE}" dt="2020-06-18T10:39:26.745" v="3074" actId="20577"/>
        <pc:sldMkLst>
          <pc:docMk/>
          <pc:sldMk cId="3489213683" sldId="270"/>
        </pc:sldMkLst>
      </pc:sldChg>
      <pc:sldChg chg="modSp add">
        <pc:chgData name="Tom Hartley" userId="f9a9e95579b5c8ee" providerId="LiveId" clId="{559C2DF3-ACF5-491F-9CBA-AE0BA84F75DE}" dt="2020-06-18T10:44:14.255" v="3142" actId="15"/>
        <pc:sldMkLst>
          <pc:docMk/>
          <pc:sldMk cId="626791494" sldId="271"/>
        </pc:sldMkLst>
      </pc:sldChg>
      <pc:sldChg chg="modSp del">
        <pc:chgData name="Tom Hartley" userId="f9a9e95579b5c8ee" providerId="LiveId" clId="{559C2DF3-ACF5-491F-9CBA-AE0BA84F75DE}" dt="2020-06-11T15:21:54.249" v="44" actId="2696"/>
        <pc:sldMkLst>
          <pc:docMk/>
          <pc:sldMk cId="1046877100" sldId="272"/>
        </pc:sldMkLst>
      </pc:sldChg>
      <pc:sldChg chg="modSp add">
        <pc:chgData name="Tom Hartley" userId="f9a9e95579b5c8ee" providerId="LiveId" clId="{559C2DF3-ACF5-491F-9CBA-AE0BA84F75DE}" dt="2020-06-18T10:47:29.891" v="3163"/>
        <pc:sldMkLst>
          <pc:docMk/>
          <pc:sldMk cId="1425735540" sldId="272"/>
        </pc:sldMkLst>
      </pc:sldChg>
      <pc:sldChg chg="modSp add">
        <pc:chgData name="Tom Hartley" userId="f9a9e95579b5c8ee" providerId="LiveId" clId="{559C2DF3-ACF5-491F-9CBA-AE0BA84F75DE}" dt="2020-06-18T10:50:14.219" v="3234" actId="27636"/>
        <pc:sldMkLst>
          <pc:docMk/>
          <pc:sldMk cId="387113438" sldId="273"/>
        </pc:sldMkLst>
      </pc:sldChg>
      <pc:sldChg chg="modSp del">
        <pc:chgData name="Tom Hartley" userId="f9a9e95579b5c8ee" providerId="LiveId" clId="{559C2DF3-ACF5-491F-9CBA-AE0BA84F75DE}" dt="2020-06-11T15:21:54.256" v="45" actId="2696"/>
        <pc:sldMkLst>
          <pc:docMk/>
          <pc:sldMk cId="1352046001" sldId="273"/>
        </pc:sldMkLst>
      </pc:sldChg>
      <pc:sldChg chg="addSp modSp add">
        <pc:chgData name="Tom Hartley" userId="f9a9e95579b5c8ee" providerId="LiveId" clId="{559C2DF3-ACF5-491F-9CBA-AE0BA84F75DE}" dt="2020-06-18T10:53:07.043" v="3264" actId="1076"/>
        <pc:sldMkLst>
          <pc:docMk/>
          <pc:sldMk cId="872828604" sldId="274"/>
        </pc:sldMkLst>
      </pc:sldChg>
      <pc:sldChg chg="modSp del">
        <pc:chgData name="Tom Hartley" userId="f9a9e95579b5c8ee" providerId="LiveId" clId="{559C2DF3-ACF5-491F-9CBA-AE0BA84F75DE}" dt="2020-06-11T15:21:54.303" v="53" actId="2696"/>
        <pc:sldMkLst>
          <pc:docMk/>
          <pc:sldMk cId="3085818362" sldId="274"/>
        </pc:sldMkLst>
      </pc:sldChg>
      <pc:sldChg chg="addSp delSp modSp add">
        <pc:chgData name="Tom Hartley" userId="f9a9e95579b5c8ee" providerId="LiveId" clId="{559C2DF3-ACF5-491F-9CBA-AE0BA84F75DE}" dt="2020-06-18T10:54:19.190" v="3293" actId="1076"/>
        <pc:sldMkLst>
          <pc:docMk/>
          <pc:sldMk cId="2726847600" sldId="275"/>
        </pc:sldMkLst>
      </pc:sldChg>
      <pc:sldChg chg="modSp del">
        <pc:chgData name="Tom Hartley" userId="f9a9e95579b5c8ee" providerId="LiveId" clId="{559C2DF3-ACF5-491F-9CBA-AE0BA84F75DE}" dt="2020-06-11T15:21:54.299" v="52" actId="2696"/>
        <pc:sldMkLst>
          <pc:docMk/>
          <pc:sldMk cId="3374859335" sldId="275"/>
        </pc:sldMkLst>
      </pc:sldChg>
      <pc:sldChg chg="addSp modSp add">
        <pc:chgData name="Tom Hartley" userId="f9a9e95579b5c8ee" providerId="LiveId" clId="{559C2DF3-ACF5-491F-9CBA-AE0BA84F75DE}" dt="2020-06-18T10:55:09.241" v="3311" actId="113"/>
        <pc:sldMkLst>
          <pc:docMk/>
          <pc:sldMk cId="2211700063" sldId="276"/>
        </pc:sldMkLst>
      </pc:sldChg>
      <pc:sldChg chg="modSp del">
        <pc:chgData name="Tom Hartley" userId="f9a9e95579b5c8ee" providerId="LiveId" clId="{559C2DF3-ACF5-491F-9CBA-AE0BA84F75DE}" dt="2020-06-11T15:21:54.272" v="48" actId="2696"/>
        <pc:sldMkLst>
          <pc:docMk/>
          <pc:sldMk cId="3756928122" sldId="276"/>
        </pc:sldMkLst>
      </pc:sldChg>
      <pc:sldChg chg="addSp modSp add">
        <pc:chgData name="Tom Hartley" userId="f9a9e95579b5c8ee" providerId="LiveId" clId="{559C2DF3-ACF5-491F-9CBA-AE0BA84F75DE}" dt="2020-06-18T10:58:25.106" v="3350" actId="1076"/>
        <pc:sldMkLst>
          <pc:docMk/>
          <pc:sldMk cId="132384767" sldId="277"/>
        </pc:sldMkLst>
      </pc:sldChg>
      <pc:sldChg chg="modSp del">
        <pc:chgData name="Tom Hartley" userId="f9a9e95579b5c8ee" providerId="LiveId" clId="{559C2DF3-ACF5-491F-9CBA-AE0BA84F75DE}" dt="2020-06-11T15:21:54.280" v="49" actId="2696"/>
        <pc:sldMkLst>
          <pc:docMk/>
          <pc:sldMk cId="4228088110" sldId="277"/>
        </pc:sldMkLst>
      </pc:sldChg>
      <pc:sldChg chg="modSp del">
        <pc:chgData name="Tom Hartley" userId="f9a9e95579b5c8ee" providerId="LiveId" clId="{559C2DF3-ACF5-491F-9CBA-AE0BA84F75DE}" dt="2020-06-11T15:21:54.288" v="50" actId="2696"/>
        <pc:sldMkLst>
          <pc:docMk/>
          <pc:sldMk cId="317672062" sldId="278"/>
        </pc:sldMkLst>
      </pc:sldChg>
      <pc:sldChg chg="addSp modSp add">
        <pc:chgData name="Tom Hartley" userId="f9a9e95579b5c8ee" providerId="LiveId" clId="{559C2DF3-ACF5-491F-9CBA-AE0BA84F75DE}" dt="2020-06-18T11:01:05.668" v="3442" actId="1076"/>
        <pc:sldMkLst>
          <pc:docMk/>
          <pc:sldMk cId="2709572138" sldId="278"/>
        </pc:sldMkLst>
      </pc:sldChg>
      <pc:sldChg chg="modSp del">
        <pc:chgData name="Tom Hartley" userId="f9a9e95579b5c8ee" providerId="LiveId" clId="{559C2DF3-ACF5-491F-9CBA-AE0BA84F75DE}" dt="2020-06-11T15:21:54.307" v="54" actId="2696"/>
        <pc:sldMkLst>
          <pc:docMk/>
          <pc:sldMk cId="891759642" sldId="279"/>
        </pc:sldMkLst>
      </pc:sldChg>
      <pc:sldChg chg="modSp add">
        <pc:chgData name="Tom Hartley" userId="f9a9e95579b5c8ee" providerId="LiveId" clId="{559C2DF3-ACF5-491F-9CBA-AE0BA84F75DE}" dt="2020-06-18T11:03:38.711" v="3583" actId="113"/>
        <pc:sldMkLst>
          <pc:docMk/>
          <pc:sldMk cId="2885689492" sldId="279"/>
        </pc:sldMkLst>
      </pc:sldChg>
      <pc:sldChg chg="modSp add del">
        <pc:chgData name="Tom Hartley" userId="f9a9e95579b5c8ee" providerId="LiveId" clId="{559C2DF3-ACF5-491F-9CBA-AE0BA84F75DE}" dt="2020-06-11T15:21:54.241" v="43" actId="2696"/>
        <pc:sldMkLst>
          <pc:docMk/>
          <pc:sldMk cId="811414768" sldId="280"/>
        </pc:sldMkLst>
      </pc:sldChg>
      <pc:sldChg chg="modSp add">
        <pc:chgData name="Tom Hartley" userId="f9a9e95579b5c8ee" providerId="LiveId" clId="{559C2DF3-ACF5-491F-9CBA-AE0BA84F75DE}" dt="2020-06-18T11:07:04.638" v="3618" actId="20577"/>
        <pc:sldMkLst>
          <pc:docMk/>
          <pc:sldMk cId="2371103539" sldId="280"/>
        </pc:sldMkLst>
      </pc:sldChg>
      <pc:sldChg chg="modSp add">
        <pc:chgData name="Tom Hartley" userId="f9a9e95579b5c8ee" providerId="LiveId" clId="{559C2DF3-ACF5-491F-9CBA-AE0BA84F75DE}" dt="2020-06-18T11:06:24.898" v="3616"/>
        <pc:sldMkLst>
          <pc:docMk/>
          <pc:sldMk cId="15649026" sldId="281"/>
        </pc:sldMkLst>
      </pc:sldChg>
      <pc:sldMasterChg chg="modSp modSldLayout">
        <pc:chgData name="Tom Hartley" userId="f9a9e95579b5c8ee" providerId="LiveId" clId="{559C2DF3-ACF5-491F-9CBA-AE0BA84F75DE}" dt="2020-06-11T14:55:44.543" v="0"/>
        <pc:sldMasterMkLst>
          <pc:docMk/>
          <pc:sldMasterMk cId="0" sldId="2147483672"/>
        </pc:sldMasterMkLst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73"/>
          </pc:sldLayoutMkLst>
        </pc:sldLayoutChg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75"/>
          </pc:sldLayoutMkLst>
        </pc:sldLayoutChg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76"/>
          </pc:sldLayoutMkLst>
        </pc:sldLayoutChg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77"/>
          </pc:sldLayoutMkLst>
        </pc:sldLayoutChg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80"/>
          </pc:sldLayoutMkLst>
        </pc:sldLayoutChg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81"/>
          </pc:sldLayoutMkLst>
        </pc:sldLayoutChg>
        <pc:sldLayoutChg chg="modSp">
          <pc:chgData name="Tom Hartley" userId="f9a9e95579b5c8ee" providerId="LiveId" clId="{559C2DF3-ACF5-491F-9CBA-AE0BA84F75DE}" dt="2020-06-11T14:55:44.543" v="0"/>
          <pc:sldLayoutMkLst>
            <pc:docMk/>
            <pc:sldMasterMk cId="0" sldId="2147483672"/>
            <pc:sldLayoutMk cId="0" sldId="2147483683"/>
          </pc:sldLayoutMkLst>
        </pc:sldLayoutChg>
      </pc:sldMasterChg>
    </pc:docChg>
  </pc:docChgLst>
  <pc:docChgLst>
    <pc:chgData name="Tom Hartley" userId="f9a9e95579b5c8ee" providerId="LiveId" clId="{7AFB728C-30D6-42BF-8CA2-4277DECEE549}"/>
    <pc:docChg chg="custSel modSld">
      <pc:chgData name="Tom Hartley" userId="f9a9e95579b5c8ee" providerId="LiveId" clId="{7AFB728C-30D6-42BF-8CA2-4277DECEE549}" dt="2024-03-22T14:17:53.796" v="1" actId="33524"/>
      <pc:docMkLst>
        <pc:docMk/>
      </pc:docMkLst>
      <pc:sldChg chg="modSp mod">
        <pc:chgData name="Tom Hartley" userId="f9a9e95579b5c8ee" providerId="LiveId" clId="{7AFB728C-30D6-42BF-8CA2-4277DECEE549}" dt="2024-03-22T14:17:53.796" v="1" actId="33524"/>
        <pc:sldMkLst>
          <pc:docMk/>
          <pc:sldMk cId="2579396489" sldId="257"/>
        </pc:sldMkLst>
      </pc:sldChg>
      <pc:sldChg chg="modSp mod">
        <pc:chgData name="Tom Hartley" userId="f9a9e95579b5c8ee" providerId="LiveId" clId="{7AFB728C-30D6-42BF-8CA2-4277DECEE549}" dt="2024-03-22T14:17:49.470" v="0" actId="33524"/>
        <pc:sldMkLst>
          <pc:docMk/>
          <pc:sldMk cId="15649026" sldId="281"/>
        </pc:sldMkLst>
      </pc:sldChg>
    </pc:docChg>
  </pc:docChgLst>
  <pc:docChgLst>
    <pc:chgData name="Tom Hartley" userId="f9a9e95579b5c8ee" providerId="LiveId" clId="{065D23D7-B74F-4A91-A7EF-B4086A06573E}"/>
    <pc:docChg chg="custSel delSld modSld">
      <pc:chgData name="Tom Hartley" userId="f9a9e95579b5c8ee" providerId="LiveId" clId="{065D23D7-B74F-4A91-A7EF-B4086A06573E}" dt="2021-01-19T12:10:54.102" v="186" actId="20577"/>
      <pc:docMkLst>
        <pc:docMk/>
      </pc:docMkLst>
      <pc:sldChg chg="modSp">
        <pc:chgData name="Tom Hartley" userId="f9a9e95579b5c8ee" providerId="LiveId" clId="{065D23D7-B74F-4A91-A7EF-B4086A06573E}" dt="2021-01-19T12:02:53.967" v="21" actId="207"/>
        <pc:sldMkLst>
          <pc:docMk/>
          <pc:sldMk cId="422500763" sldId="264"/>
        </pc:sldMkLst>
      </pc:sldChg>
      <pc:sldChg chg="addSp modSp">
        <pc:chgData name="Tom Hartley" userId="f9a9e95579b5c8ee" providerId="LiveId" clId="{065D23D7-B74F-4A91-A7EF-B4086A06573E}" dt="2021-01-19T12:04:32.925" v="34" actId="207"/>
        <pc:sldMkLst>
          <pc:docMk/>
          <pc:sldMk cId="4239359983" sldId="269"/>
        </pc:sldMkLst>
      </pc:sldChg>
      <pc:sldChg chg="modSp">
        <pc:chgData name="Tom Hartley" userId="f9a9e95579b5c8ee" providerId="LiveId" clId="{065D23D7-B74F-4A91-A7EF-B4086A06573E}" dt="2021-01-19T12:06:16.881" v="173" actId="20577"/>
        <pc:sldMkLst>
          <pc:docMk/>
          <pc:sldMk cId="1425735540" sldId="272"/>
        </pc:sldMkLst>
      </pc:sldChg>
      <pc:sldChg chg="del">
        <pc:chgData name="Tom Hartley" userId="f9a9e95579b5c8ee" providerId="LiveId" clId="{065D23D7-B74F-4A91-A7EF-B4086A06573E}" dt="2021-01-19T12:06:33.842" v="174" actId="2696"/>
        <pc:sldMkLst>
          <pc:docMk/>
          <pc:sldMk cId="387113438" sldId="273"/>
        </pc:sldMkLst>
      </pc:sldChg>
      <pc:sldChg chg="modSp">
        <pc:chgData name="Tom Hartley" userId="f9a9e95579b5c8ee" providerId="LiveId" clId="{065D23D7-B74F-4A91-A7EF-B4086A06573E}" dt="2021-01-19T12:10:54.102" v="186" actId="20577"/>
        <pc:sldMkLst>
          <pc:docMk/>
          <pc:sldMk cId="2226777042" sldId="284"/>
        </pc:sldMkLst>
      </pc:sldChg>
    </pc:docChg>
  </pc:docChgLst>
  <pc:docChgLst>
    <pc:chgData name="Tom Hartley" userId="f9a9e95579b5c8ee" providerId="LiveId" clId="{FC1A5B75-E3B8-48E1-B13F-16AB7068AC05}"/>
    <pc:docChg chg="custSel addSld delSld modSld sldOrd">
      <pc:chgData name="Tom Hartley" userId="f9a9e95579b5c8ee" providerId="LiveId" clId="{FC1A5B75-E3B8-48E1-B13F-16AB7068AC05}" dt="2022-02-04T11:33:37.848" v="464" actId="1036"/>
      <pc:docMkLst>
        <pc:docMk/>
      </pc:docMkLst>
      <pc:sldChg chg="modSp mod">
        <pc:chgData name="Tom Hartley" userId="f9a9e95579b5c8ee" providerId="LiveId" clId="{FC1A5B75-E3B8-48E1-B13F-16AB7068AC05}" dt="2022-02-04T11:21:01.782" v="33" actId="20577"/>
        <pc:sldMkLst>
          <pc:docMk/>
          <pc:sldMk cId="367599832" sldId="256"/>
        </pc:sldMkLst>
      </pc:sldChg>
      <pc:sldChg chg="modSp mod">
        <pc:chgData name="Tom Hartley" userId="f9a9e95579b5c8ee" providerId="LiveId" clId="{FC1A5B75-E3B8-48E1-B13F-16AB7068AC05}" dt="2022-02-04T11:21:39.209" v="92" actId="313"/>
        <pc:sldMkLst>
          <pc:docMk/>
          <pc:sldMk cId="2579396489" sldId="257"/>
        </pc:sldMkLst>
      </pc:sldChg>
      <pc:sldChg chg="del">
        <pc:chgData name="Tom Hartley" userId="f9a9e95579b5c8ee" providerId="LiveId" clId="{FC1A5B75-E3B8-48E1-B13F-16AB7068AC05}" dt="2022-02-04T11:32:01.529" v="409" actId="2696"/>
        <pc:sldMkLst>
          <pc:docMk/>
          <pc:sldMk cId="364822969" sldId="259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422500763" sldId="264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2322623896" sldId="267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889026999" sldId="268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4239359983" sldId="269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3489213683" sldId="270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1425735540" sldId="272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132384767" sldId="277"/>
        </pc:sldMkLst>
      </pc:sldChg>
      <pc:sldChg chg="modSp mod">
        <pc:chgData name="Tom Hartley" userId="f9a9e95579b5c8ee" providerId="LiveId" clId="{FC1A5B75-E3B8-48E1-B13F-16AB7068AC05}" dt="2022-02-04T11:30:01.359" v="270"/>
        <pc:sldMkLst>
          <pc:docMk/>
          <pc:sldMk cId="15649026" sldId="281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2945014808" sldId="282"/>
        </pc:sldMkLst>
      </pc:sldChg>
      <pc:sldChg chg="addSp modSp new mod modAnim">
        <pc:chgData name="Tom Hartley" userId="f9a9e95579b5c8ee" providerId="LiveId" clId="{FC1A5B75-E3B8-48E1-B13F-16AB7068AC05}" dt="2022-02-04T11:33:37.848" v="464" actId="1036"/>
        <pc:sldMkLst>
          <pc:docMk/>
          <pc:sldMk cId="3484908051" sldId="282"/>
        </pc:sldMkLst>
      </pc:sldChg>
      <pc:sldChg chg="modSp new mod">
        <pc:chgData name="Tom Hartley" userId="f9a9e95579b5c8ee" providerId="LiveId" clId="{FC1A5B75-E3B8-48E1-B13F-16AB7068AC05}" dt="2022-02-04T11:22:39.655" v="178" actId="20577"/>
        <pc:sldMkLst>
          <pc:docMk/>
          <pc:sldMk cId="812999133" sldId="283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1061796157" sldId="283"/>
        </pc:sldMkLst>
      </pc:sldChg>
      <pc:sldChg chg="del">
        <pc:chgData name="Tom Hartley" userId="f9a9e95579b5c8ee" providerId="LiveId" clId="{FC1A5B75-E3B8-48E1-B13F-16AB7068AC05}" dt="2022-02-04T11:21:11.911" v="34" actId="2696"/>
        <pc:sldMkLst>
          <pc:docMk/>
          <pc:sldMk cId="2226777042" sldId="284"/>
        </pc:sldMkLst>
      </pc:sldChg>
      <pc:sldChg chg="addSp modSp new mod ord">
        <pc:chgData name="Tom Hartley" userId="f9a9e95579b5c8ee" providerId="LiveId" clId="{FC1A5B75-E3B8-48E1-B13F-16AB7068AC05}" dt="2022-02-04T11:31:58.146" v="408" actId="113"/>
        <pc:sldMkLst>
          <pc:docMk/>
          <pc:sldMk cId="3070047593" sldId="284"/>
        </pc:sldMkLst>
      </pc:sldChg>
    </pc:docChg>
  </pc:docChgLst>
  <pc:docChgLst>
    <pc:chgData name="Tom Hartley" userId="f9a9e95579b5c8ee" providerId="LiveId" clId="{C2087220-676F-473F-BC05-FD9886AFD8FC}"/>
    <pc:docChg chg="custSel addSld modSld">
      <pc:chgData name="Tom Hartley" userId="f9a9e95579b5c8ee" providerId="LiveId" clId="{C2087220-676F-473F-BC05-FD9886AFD8FC}" dt="2022-02-08T11:57:40.199" v="183" actId="20577"/>
      <pc:docMkLst>
        <pc:docMk/>
      </pc:docMkLst>
      <pc:sldChg chg="modSp mod">
        <pc:chgData name="Tom Hartley" userId="f9a9e95579b5c8ee" providerId="LiveId" clId="{C2087220-676F-473F-BC05-FD9886AFD8FC}" dt="2022-02-07T20:26:40.358" v="102" actId="207"/>
        <pc:sldMkLst>
          <pc:docMk/>
          <pc:sldMk cId="3484908051" sldId="282"/>
        </pc:sldMkLst>
      </pc:sldChg>
      <pc:sldChg chg="addSp delSp modSp mod">
        <pc:chgData name="Tom Hartley" userId="f9a9e95579b5c8ee" providerId="LiveId" clId="{C2087220-676F-473F-BC05-FD9886AFD8FC}" dt="2022-02-08T11:57:40.199" v="183" actId="20577"/>
        <pc:sldMkLst>
          <pc:docMk/>
          <pc:sldMk cId="812999133" sldId="283"/>
        </pc:sldMkLst>
      </pc:sldChg>
      <pc:sldChg chg="modSp new mod">
        <pc:chgData name="Tom Hartley" userId="f9a9e95579b5c8ee" providerId="LiveId" clId="{C2087220-676F-473F-BC05-FD9886AFD8FC}" dt="2022-02-07T20:26:14.944" v="99" actId="313"/>
        <pc:sldMkLst>
          <pc:docMk/>
          <pc:sldMk cId="2216091893" sldId="285"/>
        </pc:sldMkLst>
      </pc:sldChg>
    </pc:docChg>
  </pc:docChgLst>
  <pc:docChgLst>
    <pc:chgData name="Tom Hartley" userId="f9a9e95579b5c8ee" providerId="LiveId" clId="{1A7626B7-9AA1-46AE-B945-06C25930F30F}"/>
    <pc:docChg chg="custSel delSld modSld">
      <pc:chgData name="Tom Hartley" userId="f9a9e95579b5c8ee" providerId="LiveId" clId="{1A7626B7-9AA1-46AE-B945-06C25930F30F}" dt="2020-10-30T07:00:04.914" v="13" actId="2696"/>
      <pc:docMkLst>
        <pc:docMk/>
      </pc:docMkLst>
      <pc:sldChg chg="addSp modSp">
        <pc:chgData name="Tom Hartley" userId="f9a9e95579b5c8ee" providerId="LiveId" clId="{1A7626B7-9AA1-46AE-B945-06C25930F30F}" dt="2020-10-30T06:57:28.253" v="5" actId="1076"/>
        <pc:sldMkLst>
          <pc:docMk/>
          <pc:sldMk cId="422500763" sldId="264"/>
        </pc:sldMkLst>
      </pc:sldChg>
      <pc:sldChg chg="modSp">
        <pc:chgData name="Tom Hartley" userId="f9a9e95579b5c8ee" providerId="LiveId" clId="{1A7626B7-9AA1-46AE-B945-06C25930F30F}" dt="2020-10-30T06:57:01.095" v="1" actId="27636"/>
        <pc:sldMkLst>
          <pc:docMk/>
          <pc:sldMk cId="2322623896" sldId="267"/>
        </pc:sldMkLst>
      </pc:sldChg>
      <pc:sldChg chg="modSp">
        <pc:chgData name="Tom Hartley" userId="f9a9e95579b5c8ee" providerId="LiveId" clId="{1A7626B7-9AA1-46AE-B945-06C25930F30F}" dt="2020-10-30T06:57:46.792" v="6"/>
        <pc:sldMkLst>
          <pc:docMk/>
          <pc:sldMk cId="4239359983" sldId="269"/>
        </pc:sldMkLst>
      </pc:sldChg>
      <pc:sldChg chg="modSp">
        <pc:chgData name="Tom Hartley" userId="f9a9e95579b5c8ee" providerId="LiveId" clId="{1A7626B7-9AA1-46AE-B945-06C25930F30F}" dt="2020-10-30T06:58:04.108" v="10" actId="20577"/>
        <pc:sldMkLst>
          <pc:docMk/>
          <pc:sldMk cId="3489213683" sldId="270"/>
        </pc:sldMkLst>
      </pc:sldChg>
      <pc:sldChg chg="del">
        <pc:chgData name="Tom Hartley" userId="f9a9e95579b5c8ee" providerId="LiveId" clId="{1A7626B7-9AA1-46AE-B945-06C25930F30F}" dt="2020-10-30T06:58:17.064" v="11" actId="2696"/>
        <pc:sldMkLst>
          <pc:docMk/>
          <pc:sldMk cId="626791494" sldId="271"/>
        </pc:sldMkLst>
      </pc:sldChg>
      <pc:sldChg chg="del">
        <pc:chgData name="Tom Hartley" userId="f9a9e95579b5c8ee" providerId="LiveId" clId="{1A7626B7-9AA1-46AE-B945-06C25930F30F}" dt="2020-10-30T07:00:04.908" v="12" actId="2696"/>
        <pc:sldMkLst>
          <pc:docMk/>
          <pc:sldMk cId="2885689492" sldId="279"/>
        </pc:sldMkLst>
      </pc:sldChg>
      <pc:sldChg chg="del">
        <pc:chgData name="Tom Hartley" userId="f9a9e95579b5c8ee" providerId="LiveId" clId="{1A7626B7-9AA1-46AE-B945-06C25930F30F}" dt="2020-10-30T07:00:04.914" v="13" actId="2696"/>
        <pc:sldMkLst>
          <pc:docMk/>
          <pc:sldMk cId="2371103539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A8339-A413-43CA-AC3F-01ED386C85AA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1A77A-058E-4409-A6F0-7F25D0D8CA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96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https://livewlvac-my.sharepoint.com/:b:/g/personal/t_hartley2_wlv_ac_uk/EdeMQl_2o3NFpAbVXB-583UBzbGQq_DluCQnN0W6pcOgLw?e=xlIVde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1A77A-058E-4409-A6F0-7F25D0D8CA2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30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openweathermap.org/curren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Applicant Day</a:t>
            </a:r>
            <a:br>
              <a:rPr lang="en-GB" dirty="0"/>
            </a:br>
            <a:r>
              <a:rPr lang="en-GB" dirty="0"/>
              <a:t>Activity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chemeClr val="tx1"/>
                </a:solidFill>
              </a:rPr>
              <a:t>Weather App</a:t>
            </a:r>
          </a:p>
        </p:txBody>
      </p:sp>
      <p:pic>
        <p:nvPicPr>
          <p:cNvPr id="4" name="Picture 27" descr="log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228600"/>
            <a:ext cx="2667000" cy="7000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99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By the end of this session, you will be able to:</a:t>
            </a:r>
          </a:p>
          <a:p>
            <a:pPr lvl="1"/>
            <a:r>
              <a:rPr lang="en-GB" sz="2600" dirty="0"/>
              <a:t>write a simple weather app in HTML and JavaScript.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7939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9F02-DF9A-4766-BDF9-EAF4D4F7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CEFDC-44B5-423A-A308-2BB4745D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This activity is an illustration of what you might do on Level 4 of your course.</a:t>
            </a:r>
          </a:p>
        </p:txBody>
      </p:sp>
    </p:spTree>
    <p:extLst>
      <p:ext uri="{BB962C8B-B14F-4D97-AF65-F5344CB8AC3E}">
        <p14:creationId xmlns:p14="http://schemas.microsoft.com/office/powerpoint/2010/main" val="221609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5721-3417-4D03-81BB-3F7FC361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1AAD-83ED-43A1-A7AD-413401DB8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We are going to create a simple weather app.</a:t>
            </a:r>
          </a:p>
        </p:txBody>
      </p:sp>
      <p:pic>
        <p:nvPicPr>
          <p:cNvPr id="4" name="Picture 2" descr="Best Weather Apps for iPhone - Macworld UK">
            <a:extLst>
              <a:ext uri="{FF2B5EF4-FFF2-40B4-BE49-F238E27FC236}">
                <a16:creationId xmlns:a16="http://schemas.microsoft.com/office/drawing/2014/main" id="{659FD6AE-7F51-47E2-B762-C52B29C4A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335" y="2452674"/>
            <a:ext cx="1456840" cy="315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OpenWeatherMap - Wikipedia">
            <a:extLst>
              <a:ext uri="{FF2B5EF4-FFF2-40B4-BE49-F238E27FC236}">
                <a16:creationId xmlns:a16="http://schemas.microsoft.com/office/drawing/2014/main" id="{9094D9E9-23FE-4DAB-B4DE-263A45DFF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731" y="2943038"/>
            <a:ext cx="2641476" cy="14968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E68EA7-3777-44FC-ADB7-8D6D9B8B5C88}"/>
              </a:ext>
            </a:extLst>
          </p:cNvPr>
          <p:cNvSpPr txBox="1"/>
          <p:nvPr/>
        </p:nvSpPr>
        <p:spPr>
          <a:xfrm>
            <a:off x="6896775" y="2943038"/>
            <a:ext cx="1080120" cy="1512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dirty="0">
                <a:hlinkClick r:id="rId4"/>
              </a:rPr>
              <a:t>API</a:t>
            </a:r>
            <a:endParaRPr lang="en-GB" dirty="0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129692F6-A458-4D3B-A2A6-34AA3519725F}"/>
              </a:ext>
            </a:extLst>
          </p:cNvPr>
          <p:cNvSpPr/>
          <p:nvPr/>
        </p:nvSpPr>
        <p:spPr>
          <a:xfrm>
            <a:off x="4592519" y="3447094"/>
            <a:ext cx="2137420" cy="432048"/>
          </a:xfrm>
          <a:prstGeom prst="left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6017149-A463-49C4-A2BA-11EB98AD3F73}"/>
              </a:ext>
            </a:extLst>
          </p:cNvPr>
          <p:cNvSpPr/>
          <p:nvPr/>
        </p:nvSpPr>
        <p:spPr>
          <a:xfrm rot="5400000">
            <a:off x="8686222" y="3652364"/>
            <a:ext cx="309538" cy="3888432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127BE83-58BE-439A-A6DB-1FECB752C1C8}"/>
              </a:ext>
            </a:extLst>
          </p:cNvPr>
          <p:cNvSpPr/>
          <p:nvPr/>
        </p:nvSpPr>
        <p:spPr>
          <a:xfrm rot="5400000">
            <a:off x="7282066" y="4258171"/>
            <a:ext cx="309538" cy="10801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6B0F0-D53B-4FA9-8515-76B0D0445EB3}"/>
              </a:ext>
            </a:extLst>
          </p:cNvPr>
          <p:cNvSpPr txBox="1"/>
          <p:nvPr/>
        </p:nvSpPr>
        <p:spPr>
          <a:xfrm>
            <a:off x="1565130" y="6169223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Your app /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079BD-BCBB-4675-A3C1-D6CB7F070706}"/>
              </a:ext>
            </a:extLst>
          </p:cNvPr>
          <p:cNvSpPr txBox="1"/>
          <p:nvPr/>
        </p:nvSpPr>
        <p:spPr>
          <a:xfrm>
            <a:off x="6708415" y="4929747"/>
            <a:ext cx="1456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Agreed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AF091-1CF9-49BA-9CE2-FA2A1EB8DF87}"/>
              </a:ext>
            </a:extLst>
          </p:cNvPr>
          <p:cNvSpPr txBox="1"/>
          <p:nvPr/>
        </p:nvSpPr>
        <p:spPr>
          <a:xfrm>
            <a:off x="8112571" y="5751350"/>
            <a:ext cx="1456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Web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D5289-A7A0-4D5F-A9D2-6E9D2DFA484D}"/>
              </a:ext>
            </a:extLst>
          </p:cNvPr>
          <p:cNvSpPr txBox="1"/>
          <p:nvPr/>
        </p:nvSpPr>
        <p:spPr>
          <a:xfrm>
            <a:off x="4916555" y="3881224"/>
            <a:ext cx="1456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Messages over HTTP (JSON or XML)</a:t>
            </a:r>
          </a:p>
          <a:p>
            <a:pPr algn="ctr"/>
            <a:endParaRPr lang="en-GB" sz="1400" dirty="0"/>
          </a:p>
          <a:p>
            <a:pPr algn="ctr"/>
            <a:r>
              <a:rPr lang="en-GB" sz="1400" dirty="0"/>
              <a:t>Platform-independent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173F29-CA70-406F-929E-50B6AE25A2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19" y="3209332"/>
            <a:ext cx="2289623" cy="13396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15" name="Right Brace 14">
            <a:extLst>
              <a:ext uri="{FF2B5EF4-FFF2-40B4-BE49-F238E27FC236}">
                <a16:creationId xmlns:a16="http://schemas.microsoft.com/office/drawing/2014/main" id="{FAA4EDF9-BB92-48DD-B91B-19137342FEE1}"/>
              </a:ext>
            </a:extLst>
          </p:cNvPr>
          <p:cNvSpPr/>
          <p:nvPr/>
        </p:nvSpPr>
        <p:spPr>
          <a:xfrm rot="5400000">
            <a:off x="2241430" y="3962744"/>
            <a:ext cx="309538" cy="395176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325E32-AD2E-4DC1-B82F-33D2963224DE}"/>
              </a:ext>
            </a:extLst>
          </p:cNvPr>
          <p:cNvSpPr txBox="1"/>
          <p:nvPr/>
        </p:nvSpPr>
        <p:spPr>
          <a:xfrm>
            <a:off x="304800" y="2594831"/>
            <a:ext cx="1866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Our simple web app will look like this.</a:t>
            </a:r>
          </a:p>
        </p:txBody>
      </p:sp>
    </p:spTree>
    <p:extLst>
      <p:ext uri="{BB962C8B-B14F-4D97-AF65-F5344CB8AC3E}">
        <p14:creationId xmlns:p14="http://schemas.microsoft.com/office/powerpoint/2010/main" val="348490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AABE-F870-4784-BB04-06FE0A46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0163-7443-43F4-981D-E1E4C4F7C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Let’s work through the workbook!</a:t>
            </a:r>
          </a:p>
          <a:p>
            <a:endParaRPr lang="en-GB" sz="2800" dirty="0"/>
          </a:p>
          <a:p>
            <a:r>
              <a:rPr lang="en-GB" sz="2800" dirty="0"/>
              <a:t>We will learn a bit about web apps…</a:t>
            </a:r>
          </a:p>
          <a:p>
            <a:r>
              <a:rPr lang="en-GB" sz="2800" dirty="0"/>
              <a:t>…and have some fun!!!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CC6485-8070-41B6-B2E8-0BB030537E03}"/>
              </a:ext>
            </a:extLst>
          </p:cNvPr>
          <p:cNvSpPr/>
          <p:nvPr/>
        </p:nvSpPr>
        <p:spPr>
          <a:xfrm>
            <a:off x="8636000" y="381000"/>
            <a:ext cx="2133600" cy="914400"/>
          </a:xfrm>
          <a:prstGeom prst="roundRect">
            <a:avLst/>
          </a:prstGeom>
          <a:ln w="254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B23B6-8399-4C45-AC51-5CE55E0582CF}"/>
              </a:ext>
            </a:extLst>
          </p:cNvPr>
          <p:cNvSpPr txBox="1"/>
          <p:nvPr/>
        </p:nvSpPr>
        <p:spPr>
          <a:xfrm>
            <a:off x="8870205" y="524154"/>
            <a:ext cx="990600" cy="64633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b="1" dirty="0"/>
              <a:t>Student</a:t>
            </a:r>
          </a:p>
          <a:p>
            <a:pPr algn="ctr"/>
            <a:r>
              <a:rPr lang="en-GB" b="1" dirty="0"/>
              <a:t>Activity</a:t>
            </a:r>
          </a:p>
        </p:txBody>
      </p:sp>
      <p:pic>
        <p:nvPicPr>
          <p:cNvPr id="6" name="Picture 2" descr="Rocket on Apple iOS 13.3">
            <a:extLst>
              <a:ext uri="{FF2B5EF4-FFF2-40B4-BE49-F238E27FC236}">
                <a16:creationId xmlns:a16="http://schemas.microsoft.com/office/drawing/2014/main" id="{31E76E0D-446C-4710-8891-1A9D6FF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4924">
            <a:off x="10076195" y="552219"/>
            <a:ext cx="587461" cy="58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umbs Up on Apple iOS 13.3">
            <a:extLst>
              <a:ext uri="{FF2B5EF4-FFF2-40B4-BE49-F238E27FC236}">
                <a16:creationId xmlns:a16="http://schemas.microsoft.com/office/drawing/2014/main" id="{852D0A56-7AED-4EBB-9A28-B2F553C97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3105150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Grinning Face with Big Eyes on Apple iOS 13.3">
            <a:extLst>
              <a:ext uri="{FF2B5EF4-FFF2-40B4-BE49-F238E27FC236}">
                <a16:creationId xmlns:a16="http://schemas.microsoft.com/office/drawing/2014/main" id="{7AA49FB1-7007-4098-A3EE-AC685AB37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181350"/>
            <a:ext cx="4953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04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BAF0-CD6B-A718-1808-3EBA643C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Download Workbook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92E6-7547-EF05-4609-90232817C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4800" dirty="0"/>
          </a:p>
          <a:p>
            <a:pPr marL="114300" indent="0">
              <a:buNone/>
            </a:pPr>
            <a:endParaRPr lang="en-GB" sz="4800" dirty="0"/>
          </a:p>
          <a:p>
            <a:r>
              <a:rPr lang="en-GB" sz="4800" dirty="0"/>
              <a:t>https://tinyurl.com/mr3znr88</a:t>
            </a:r>
          </a:p>
        </p:txBody>
      </p:sp>
    </p:spTree>
    <p:extLst>
      <p:ext uri="{BB962C8B-B14F-4D97-AF65-F5344CB8AC3E}">
        <p14:creationId xmlns:p14="http://schemas.microsoft.com/office/powerpoint/2010/main" val="321482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9AAB-7A92-47EE-B9DA-A24CF522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API 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E6C50-B969-4904-832B-F572000E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Please use this API id in your weather app:</a:t>
            </a:r>
          </a:p>
          <a:p>
            <a:endParaRPr lang="en-GB" sz="2800" dirty="0"/>
          </a:p>
          <a:p>
            <a:pPr marL="114300" indent="0">
              <a:buNone/>
            </a:pPr>
            <a:r>
              <a:rPr lang="en-GB" sz="2800" dirty="0"/>
              <a:t>	</a:t>
            </a:r>
            <a:r>
              <a:rPr lang="en-GB" sz="4000" dirty="0"/>
              <a:t>9deb </a:t>
            </a:r>
            <a:r>
              <a:rPr lang="en-GB" sz="4000" b="1" dirty="0"/>
              <a:t>b2ca</a:t>
            </a:r>
            <a:r>
              <a:rPr lang="en-GB" sz="4000" dirty="0"/>
              <a:t> 677d </a:t>
            </a:r>
            <a:r>
              <a:rPr lang="en-GB" sz="4000" b="1" dirty="0"/>
              <a:t>ba67</a:t>
            </a:r>
            <a:r>
              <a:rPr lang="en-GB" sz="4000" dirty="0"/>
              <a:t> a70e </a:t>
            </a:r>
            <a:r>
              <a:rPr lang="en-GB" sz="4000" b="1" dirty="0"/>
              <a:t>e71a</a:t>
            </a:r>
            <a:r>
              <a:rPr lang="en-GB" sz="4000" dirty="0"/>
              <a:t> a3b2 </a:t>
            </a:r>
            <a:r>
              <a:rPr lang="en-GB" sz="4000" b="1" dirty="0"/>
              <a:t>6061</a:t>
            </a:r>
            <a:endParaRPr lang="en-GB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C22A7-EB93-4EF8-96F9-118883338868}"/>
              </a:ext>
            </a:extLst>
          </p:cNvPr>
          <p:cNvSpPr txBox="1"/>
          <p:nvPr/>
        </p:nvSpPr>
        <p:spPr>
          <a:xfrm>
            <a:off x="2076450" y="4572000"/>
            <a:ext cx="7226300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Do not include the spaces.</a:t>
            </a:r>
          </a:p>
        </p:txBody>
      </p:sp>
    </p:spTree>
    <p:extLst>
      <p:ext uri="{BB962C8B-B14F-4D97-AF65-F5344CB8AC3E}">
        <p14:creationId xmlns:p14="http://schemas.microsoft.com/office/powerpoint/2010/main" val="81299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D8BA-E6BD-45A5-B007-2BA9874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D88D9-307A-49A4-988B-818B32536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By the end of this session, you will be able to:</a:t>
            </a:r>
          </a:p>
          <a:p>
            <a:pPr lvl="1"/>
            <a:r>
              <a:rPr lang="en-GB" sz="2600" dirty="0"/>
              <a:t>write a simple weather app in HTML and JavaScript.</a:t>
            </a:r>
          </a:p>
          <a:p>
            <a:r>
              <a:rPr lang="en-GB" sz="2800" b="1" dirty="0"/>
              <a:t>Any questions?</a:t>
            </a:r>
          </a:p>
          <a:p>
            <a:r>
              <a:rPr lang="en-GB" sz="2800" b="1" u="sng" dirty="0"/>
              <a:t>Learning Outcomes?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649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1173</TotalTime>
  <Words>211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Adjacency</vt:lpstr>
      <vt:lpstr>Applicant Day Activity</vt:lpstr>
      <vt:lpstr>Learning Outcomes</vt:lpstr>
      <vt:lpstr>Introduction</vt:lpstr>
      <vt:lpstr>Introduction</vt:lpstr>
      <vt:lpstr>Activity</vt:lpstr>
      <vt:lpstr>Download Workbook</vt:lpstr>
      <vt:lpstr>API Id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5CS005 Games Programming</dc:title>
  <dc:creator>Tom</dc:creator>
  <cp:lastModifiedBy>Tom Hartley</cp:lastModifiedBy>
  <cp:revision>88</cp:revision>
  <dcterms:created xsi:type="dcterms:W3CDTF">2006-08-16T00:00:00Z</dcterms:created>
  <dcterms:modified xsi:type="dcterms:W3CDTF">2025-02-14T17:18:27Z</dcterms:modified>
</cp:coreProperties>
</file>